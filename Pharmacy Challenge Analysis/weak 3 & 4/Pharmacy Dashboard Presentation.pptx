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9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5E5A-D880-C8A0-CD18-C8D6CE1B5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C9D3B-2101-17E1-87F7-F773CBF95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C28CA-AA5E-98E4-1BB2-4EE4132B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02D54-58D5-167B-FCD1-CB10A685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44FB2-6054-A1B1-8EE8-72A9A010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8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6D91-2A59-EBDE-6CCC-3D7B778E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5CC8-EC76-E3D8-12BF-4C9330453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87D13-DC71-EFDB-CC39-30016915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8C7D8-877B-DFBF-7140-BD96DE8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1D7C8-A040-3139-0C93-2B07A583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7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8A0D-CC7A-832F-2A23-94DF5581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670C-AC05-532A-7F2F-FC8366EF5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91AD4-1E7A-81EA-707F-473B63FC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14B2-6C9A-FDBE-CB5C-789B2F54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2745-A893-3F47-7F12-81EED06F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3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D500-4977-2705-BB0C-956E439C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01E2-4267-5BE0-ADD8-E092E73B7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72350-76BE-23BA-B076-E1EA06666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74B6-3A1D-48B4-68C0-1A11C5E1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A9EC2-1C25-44EA-AE4F-C04CCE1D1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38CD3-E1BF-C69B-B851-824C606B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9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EC35-0650-8F8F-3AC4-A02B6382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71FF-362B-7849-391E-18F5D7D7E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873F-3732-C981-25BE-0FF849CF7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F4D4E-1EDF-9160-B8CE-52C932F27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12126-EE7E-1F21-C3C1-EB7CF4060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831A1-B7DA-10E6-1C79-E90DBFCC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A2D11-3551-E240-11B4-F84F9A16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C6361-5634-9342-8F75-62BCA3AC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D600-884E-EE32-0754-D69369B0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D1B06-C0B8-3A68-C1DE-0C9FE43E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6BD8E-53DB-4A0E-6430-84A3334B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612D8-88E7-888E-A579-A8E3BE15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2A3771-D9D9-7546-C596-B86ED5E5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B941A-6DE8-D84F-2745-B2C519D4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2207-51AD-4B1D-FDE5-FB52D05C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AF5C-55EB-B606-94B0-94033675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5D0B4-5BEA-0153-CB62-90CA3D38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F793B-DA40-5CA8-2989-436D1E4E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E35AB-55FC-B104-287F-95C08C42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330C7-6DC0-78FE-67FF-37FDB423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0F630-84CB-7C5E-6152-F8AE2089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7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5FE-24C7-6295-1C2C-6213396A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6D709-A081-81F7-E244-43DC20E91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A38A7-E80A-1E7E-7A7B-D6C028F39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83CD5-B394-B3BA-0ECF-DD39EC86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EF3DA-717E-854E-D7E7-3BCC9078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5C5B-46D2-09D3-150A-9CBD284A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0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031D-440B-FD13-7458-7449FB7E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DA3A1-B913-C1B1-8C62-56E1EE359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BF046-A0E9-DE97-D632-4F4C261E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19441-4F1C-E461-EFFC-97096B59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F92F-49E2-E115-6380-68AA6180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1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0EFB0-30ED-BAD9-04F3-A8C76B5DD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F9CDA-C84F-4820-3CA7-99EDED74C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69052-A7F5-3D96-3346-DF538176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24860-D6BF-95EB-12FD-69D14F69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A7BC-6217-035B-CE51-E9DBB015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68A2-CF1C-1302-4BA0-FFE20ADC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17428-85A8-044A-4057-58ACDFE3D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D0F19-F1F9-FD1A-2FCB-5F0D5DE47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F8A81-1C91-4D0B-86CE-B41FF0B94F3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B31B3-47AA-40F2-A5CA-FAEC5F6C6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1D574-AF4D-59B3-8C83-D493E14F7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F7990-8AD1-4086-9EDF-E5679D5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2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BA4B8E0-0969-0499-02ED-AC0EF1A0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year and quarter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3467C4-24B4-4625-A83E-47B3B69F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691" y="1823583"/>
            <a:ext cx="4990553" cy="25655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9B8EC1-B110-4993-FE32-41ED224EA5F2}"/>
              </a:ext>
            </a:extLst>
          </p:cNvPr>
          <p:cNvSpPr txBox="1"/>
          <p:nvPr/>
        </p:nvSpPr>
        <p:spPr>
          <a:xfrm>
            <a:off x="1867300" y="5168765"/>
            <a:ext cx="293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Highest:2024 3 </a:t>
            </a:r>
          </a:p>
          <a:p>
            <a:r>
              <a:rPr lang="en-US" dirty="0"/>
              <a:t>Lowest:2024  1 </a:t>
            </a:r>
          </a:p>
        </p:txBody>
      </p:sp>
    </p:spTree>
    <p:extLst>
      <p:ext uri="{BB962C8B-B14F-4D97-AF65-F5344CB8AC3E}">
        <p14:creationId xmlns:p14="http://schemas.microsoft.com/office/powerpoint/2010/main" val="45791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5E731A-70DA-230B-18FB-A4C97121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year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DD8208-CE62-A4DC-1B95-62F3F3E5A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6" y="2098307"/>
            <a:ext cx="5399772" cy="32148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9106A0-9610-31E7-1663-D33D74DFB1F3}"/>
              </a:ext>
            </a:extLst>
          </p:cNvPr>
          <p:cNvSpPr txBox="1"/>
          <p:nvPr/>
        </p:nvSpPr>
        <p:spPr>
          <a:xfrm>
            <a:off x="1896177" y="5582652"/>
            <a:ext cx="3301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Highest: Germany</a:t>
            </a:r>
          </a:p>
          <a:p>
            <a:r>
              <a:rPr lang="en-US" dirty="0"/>
              <a:t>Lowest: </a:t>
            </a:r>
            <a:r>
              <a:rPr lang="en-US" dirty="0" err="1"/>
              <a:t>austria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0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C4F445-C085-10F9-19A9-E9B95C1A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pharmacy type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C595B-DE87-D288-A5D9-A092416D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861" y="2018899"/>
            <a:ext cx="5144998" cy="2820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5C0E61-104C-3A11-1DA0-34D71B744177}"/>
              </a:ext>
            </a:extLst>
          </p:cNvPr>
          <p:cNvSpPr txBox="1"/>
          <p:nvPr/>
        </p:nvSpPr>
        <p:spPr>
          <a:xfrm>
            <a:off x="2310063" y="5852159"/>
            <a:ext cx="324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Highest:urban</a:t>
            </a:r>
            <a:endParaRPr lang="en-US" dirty="0"/>
          </a:p>
          <a:p>
            <a:r>
              <a:rPr lang="en-US" dirty="0" err="1"/>
              <a:t>Lowest:rural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8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1D9157-286D-0D03-DB7F-BE533274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C2C7E-EBE3-2599-DC95-617BF492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472" y="1428647"/>
            <a:ext cx="5034012" cy="29893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01C4A-4811-075A-8EF5-404356A71871}"/>
              </a:ext>
            </a:extLst>
          </p:cNvPr>
          <p:cNvSpPr txBox="1"/>
          <p:nvPr/>
        </p:nvSpPr>
        <p:spPr>
          <a:xfrm>
            <a:off x="1742173" y="5429353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Highest:prescription</a:t>
            </a:r>
            <a:endParaRPr lang="en-US" dirty="0"/>
          </a:p>
          <a:p>
            <a:r>
              <a:rPr lang="en-US" dirty="0"/>
              <a:t>Lowest: medical devices</a:t>
            </a:r>
          </a:p>
        </p:txBody>
      </p:sp>
    </p:spTree>
    <p:extLst>
      <p:ext uri="{BB962C8B-B14F-4D97-AF65-F5344CB8AC3E}">
        <p14:creationId xmlns:p14="http://schemas.microsoft.com/office/powerpoint/2010/main" val="247930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85D7FF6-CA25-C071-087C-837FD8AD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promo flag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97CF77-6F91-FCF7-1005-03D737BC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056" y="1981641"/>
            <a:ext cx="4735003" cy="24879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99C2C4-BA26-F1D0-FF08-1E78BA1D46F6}"/>
              </a:ext>
            </a:extLst>
          </p:cNvPr>
          <p:cNvSpPr txBox="1"/>
          <p:nvPr/>
        </p:nvSpPr>
        <p:spPr>
          <a:xfrm>
            <a:off x="1915427" y="5274644"/>
            <a:ext cx="2444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Highest:No</a:t>
            </a:r>
            <a:endParaRPr lang="en-US" dirty="0"/>
          </a:p>
          <a:p>
            <a:r>
              <a:rPr lang="en-US" dirty="0" err="1"/>
              <a:t>Lowest:yes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8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A4B2C0-4CBC-9BCF-A515-D15A0A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sales by product name</a:t>
            </a:r>
          </a:p>
        </p:txBody>
      </p:sp>
      <p:pic>
        <p:nvPicPr>
          <p:cNvPr id="5" name="Picture 4" descr="A graph of a bar&#10;&#10;AI-generated content may be incorrect.">
            <a:extLst>
              <a:ext uri="{FF2B5EF4-FFF2-40B4-BE49-F238E27FC236}">
                <a16:creationId xmlns:a16="http://schemas.microsoft.com/office/drawing/2014/main" id="{6A7C12F4-30E9-5119-FFEC-5316292EC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969" y="2008321"/>
            <a:ext cx="4728916" cy="2477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29DCB9-ABED-EC33-A21D-59347874D927}"/>
              </a:ext>
            </a:extLst>
          </p:cNvPr>
          <p:cNvSpPr txBox="1"/>
          <p:nvPr/>
        </p:nvSpPr>
        <p:spPr>
          <a:xfrm>
            <a:off x="1530416" y="5274644"/>
            <a:ext cx="3927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Highest: Neuro </a:t>
            </a:r>
            <a:r>
              <a:rPr lang="en-US" dirty="0" err="1"/>
              <a:t>Medanti</a:t>
            </a:r>
            <a:r>
              <a:rPr lang="en-US" dirty="0"/>
              <a:t> </a:t>
            </a:r>
            <a:r>
              <a:rPr lang="en-US" dirty="0" err="1"/>
              <a:t>deprresnt</a:t>
            </a:r>
            <a:endParaRPr lang="en-US" dirty="0"/>
          </a:p>
          <a:p>
            <a:r>
              <a:rPr lang="en-US" dirty="0"/>
              <a:t>Lowest: </a:t>
            </a:r>
            <a:r>
              <a:rPr lang="en-US" dirty="0" err="1"/>
              <a:t>DermiRx</a:t>
            </a:r>
            <a:r>
              <a:rPr lang="en-US" dirty="0"/>
              <a:t> Antibiotic</a:t>
            </a:r>
          </a:p>
        </p:txBody>
      </p:sp>
    </p:spTree>
    <p:extLst>
      <p:ext uri="{BB962C8B-B14F-4D97-AF65-F5344CB8AC3E}">
        <p14:creationId xmlns:p14="http://schemas.microsoft.com/office/powerpoint/2010/main" val="157771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20F483-58A1-7DE4-375D-6674465F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profit by year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609732A9-1C64-F4FD-D395-5E6153140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284" y="2282120"/>
            <a:ext cx="5332326" cy="2657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77DCF-0E3E-5221-103E-9A07ADB889B5}"/>
              </a:ext>
            </a:extLst>
          </p:cNvPr>
          <p:cNvSpPr txBox="1"/>
          <p:nvPr/>
        </p:nvSpPr>
        <p:spPr>
          <a:xfrm>
            <a:off x="1482291" y="5746282"/>
            <a:ext cx="3445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Highest:2 2025 may</a:t>
            </a:r>
          </a:p>
          <a:p>
            <a:r>
              <a:rPr lang="en-US" dirty="0"/>
              <a:t>Lowest:1 </a:t>
            </a:r>
            <a:r>
              <a:rPr lang="en-US" dirty="0" err="1"/>
              <a:t>feb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05509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E1CB2D-FDE1-862F-EE61-AF7C8555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profit by country </a:t>
            </a:r>
          </a:p>
        </p:txBody>
      </p:sp>
      <p:pic>
        <p:nvPicPr>
          <p:cNvPr id="5" name="Picture 4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C6BC8145-77C3-139F-8A9D-63206D09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1" y="1485062"/>
            <a:ext cx="6050097" cy="3156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4F570-EF19-3D15-93CF-3104CA5633AF}"/>
              </a:ext>
            </a:extLst>
          </p:cNvPr>
          <p:cNvSpPr txBox="1"/>
          <p:nvPr/>
        </p:nvSpPr>
        <p:spPr>
          <a:xfrm>
            <a:off x="1597794" y="5467149"/>
            <a:ext cx="3647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Highest:Belgium,germany</a:t>
            </a:r>
            <a:endParaRPr lang="en-US" dirty="0"/>
          </a:p>
          <a:p>
            <a:r>
              <a:rPr lang="en-US" dirty="0" err="1"/>
              <a:t>Lowest:italy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1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59EC5-9DA9-C277-2536-473054B6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profit by pharmacy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82622-746A-9ED9-4E62-C89C665A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821" y="2208194"/>
            <a:ext cx="5535248" cy="27588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54FC66-F594-D0BE-1DF7-AE7585856DE2}"/>
              </a:ext>
            </a:extLst>
          </p:cNvPr>
          <p:cNvSpPr txBox="1"/>
          <p:nvPr/>
        </p:nvSpPr>
        <p:spPr>
          <a:xfrm>
            <a:off x="1508760" y="548452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Highest: Urban</a:t>
            </a:r>
          </a:p>
          <a:p>
            <a:r>
              <a:rPr lang="en-US" dirty="0"/>
              <a:t>Lowest: Rural</a:t>
            </a:r>
          </a:p>
        </p:txBody>
      </p:sp>
    </p:spTree>
    <p:extLst>
      <p:ext uri="{BB962C8B-B14F-4D97-AF65-F5344CB8AC3E}">
        <p14:creationId xmlns:p14="http://schemas.microsoft.com/office/powerpoint/2010/main" val="100577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B958D-256A-C3B2-AF9E-AC2A0FCF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Sum of profit by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A56FE-A3BB-9DE2-3B4B-49B75E8C1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28" y="2275769"/>
            <a:ext cx="4829743" cy="2501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8FDFD5-6885-CA9C-0EB8-08D0619BBECE}"/>
              </a:ext>
            </a:extLst>
          </p:cNvPr>
          <p:cNvSpPr txBox="1"/>
          <p:nvPr/>
        </p:nvSpPr>
        <p:spPr>
          <a:xfrm>
            <a:off x="1364381" y="5362673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Highest: Prescription</a:t>
            </a:r>
          </a:p>
          <a:p>
            <a:r>
              <a:rPr lang="en-US" dirty="0"/>
              <a:t>Lowest: Medical  devices</a:t>
            </a:r>
          </a:p>
        </p:txBody>
      </p:sp>
    </p:spTree>
    <p:extLst>
      <p:ext uri="{BB962C8B-B14F-4D97-AF65-F5344CB8AC3E}">
        <p14:creationId xmlns:p14="http://schemas.microsoft.com/office/powerpoint/2010/main" val="165309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7E7960-50BB-D76D-D4B9-E5BB536E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 of profit by </a:t>
            </a:r>
            <a:r>
              <a:rPr lang="en-US" dirty="0" err="1"/>
              <a:t>promoflag</a:t>
            </a:r>
            <a:endParaRPr lang="en-US" dirty="0"/>
          </a:p>
        </p:txBody>
      </p:sp>
      <p:pic>
        <p:nvPicPr>
          <p:cNvPr id="5" name="Picture 4" descr="A purple pie chart with white text&#10;&#10;AI-generated content may be incorrect.">
            <a:extLst>
              <a:ext uri="{FF2B5EF4-FFF2-40B4-BE49-F238E27FC236}">
                <a16:creationId xmlns:a16="http://schemas.microsoft.com/office/drawing/2014/main" id="{0FF4CDBD-9E15-67C5-46A6-65E2E6DBC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72" y="2348564"/>
            <a:ext cx="4591251" cy="2608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18134-9D6C-CABA-35AA-E4FDBA480D8E}"/>
              </a:ext>
            </a:extLst>
          </p:cNvPr>
          <p:cNvSpPr txBox="1"/>
          <p:nvPr/>
        </p:nvSpPr>
        <p:spPr>
          <a:xfrm>
            <a:off x="1335505" y="5291720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Highest: No</a:t>
            </a:r>
          </a:p>
          <a:p>
            <a:r>
              <a:rPr lang="en-US" dirty="0"/>
              <a:t>Lowest: Yes</a:t>
            </a:r>
          </a:p>
        </p:txBody>
      </p:sp>
    </p:spTree>
    <p:extLst>
      <p:ext uri="{BB962C8B-B14F-4D97-AF65-F5344CB8AC3E}">
        <p14:creationId xmlns:p14="http://schemas.microsoft.com/office/powerpoint/2010/main" val="1774283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7A0F7A-DE09-935E-55BB-2B641C22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 of profit by product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A503C-AD1D-FBF9-5E0B-CE855A20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36" y="2198567"/>
            <a:ext cx="5594012" cy="2835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88C08-F77E-4789-753E-32D8E8A0AC43}"/>
              </a:ext>
            </a:extLst>
          </p:cNvPr>
          <p:cNvSpPr txBox="1"/>
          <p:nvPr/>
        </p:nvSpPr>
        <p:spPr>
          <a:xfrm>
            <a:off x="1441383" y="541830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Highest: </a:t>
            </a:r>
            <a:r>
              <a:rPr lang="en-US" dirty="0" err="1"/>
              <a:t>AntiBioX</a:t>
            </a:r>
            <a:r>
              <a:rPr lang="en-US" dirty="0"/>
              <a:t> ACE inhibiter</a:t>
            </a:r>
          </a:p>
          <a:p>
            <a:r>
              <a:rPr lang="en-US" dirty="0"/>
              <a:t>Lowest: </a:t>
            </a:r>
            <a:r>
              <a:rPr lang="en-US" dirty="0" err="1"/>
              <a:t>Gluco</a:t>
            </a:r>
            <a:r>
              <a:rPr lang="en-US" dirty="0"/>
              <a:t> Anti </a:t>
            </a:r>
            <a:r>
              <a:rPr lang="en-US" dirty="0" err="1"/>
              <a:t>depressnt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4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2813</TotalTime>
  <Words>156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Sum of sales by year and quarter</vt:lpstr>
      <vt:lpstr>Sum of sales by year</vt:lpstr>
      <vt:lpstr>Sum of sales by pharmacy type</vt:lpstr>
      <vt:lpstr>Sum of sales by category</vt:lpstr>
      <vt:lpstr>Sum of sales by promo flag</vt:lpstr>
      <vt:lpstr>Sum of sales by product name</vt:lpstr>
      <vt:lpstr>Sum of profit by year</vt:lpstr>
      <vt:lpstr>Sum of profit by country </vt:lpstr>
      <vt:lpstr>Sum of profit by pharmacy type</vt:lpstr>
      <vt:lpstr>Sum of profit by category</vt:lpstr>
      <vt:lpstr>Sum of profit by promoflag</vt:lpstr>
      <vt:lpstr>Sum of profit by product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favas k</dc:creator>
  <cp:lastModifiedBy>favas k</cp:lastModifiedBy>
  <cp:revision>3</cp:revision>
  <dcterms:created xsi:type="dcterms:W3CDTF">2026-01-27T07:37:36Z</dcterms:created>
  <dcterms:modified xsi:type="dcterms:W3CDTF">2026-01-29T06:31:35Z</dcterms:modified>
</cp:coreProperties>
</file>